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0" r:id="rId4"/>
    <p:sldId id="258" r:id="rId5"/>
    <p:sldId id="257" r:id="rId6"/>
    <p:sldId id="259" r:id="rId7"/>
    <p:sldId id="261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1FE0-68AF-6C33-FDE7-DBC5A0CCC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0DF94-2AD3-F3FA-E048-AA7F69CD2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65AAF-937F-5482-81BA-DE60FAA5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5AB0-4E17-6ABB-F867-8BFD3D7A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15F9-DB92-1815-A977-127743B8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559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2FD3-354B-1B5D-296D-CE6737AE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34DE-8D76-BCBC-F050-BAE8CC1A3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117B1-A89E-D78B-0239-6281F07E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09D9D-9F0E-DB61-D230-1BD4810D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4AAD9-5E6A-4706-99F0-6A2B451C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05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F70C-1A9B-DD60-74E1-7C49EEEA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537BB-8DB2-C208-B3EC-5D8161E3C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D337D-9303-B2C6-06DC-32188AE7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BFA08-9D61-4C75-5740-72FB21C9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94A77-022E-E262-8D9D-6D68C3A1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89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068F-FF66-E685-4EF0-48F37C69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A42A-BD17-4398-A2E6-E837FD767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6DD52-7C47-8EC7-C29B-82C7BE4F5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83817-6626-17C7-34F1-7219D975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F4A1B-4966-3BA7-2416-98845116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FF439-27B4-3723-93CD-D7762FFC1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52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0C3BC-AA97-56D3-5CA3-B7560517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864EA-FE6D-ED48-D745-93FA96C1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55D6F-7F06-A7A1-4C57-095853B30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B2CC4-D42D-7A7B-76B3-1B64D5500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E9536-A42E-9CA5-6D24-CB908B930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FD74C-CB7C-E2F7-969B-F237AAF7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E0ED3-59A6-7831-C222-36D64FD1B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D20F6-3B0E-48E1-6570-04C03C8B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59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EA60-C4EB-5F80-F85A-98E9D73E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D37B8-8788-38F9-7214-1DCC5DCF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A48E5-03DD-E763-83FC-C468F7E8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706C3-0672-6D54-12EB-BDF3AB8F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7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B0BC4-B736-859C-676D-19C7495C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55537-E902-7DA4-88C7-CBBE7C6B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20924-3AAF-8F9F-A9D7-9B857AF8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5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E97A-BD87-9188-FFA5-C69DF88A3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0F5CB-D017-CA3F-60EA-5BE6EEF41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C635-3B19-7FC3-E640-80463F341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1B5F8-F4F6-9FBB-2FC4-038B196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85285-5B37-EF76-9F96-58D3F42F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F9480-8BF6-914F-D8CF-EFC91FB9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92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B216-AD85-5191-0A67-0E954D25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92A8D-F076-3B1D-0ED7-1B345FDEB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CFAD7-8E78-B185-C9D9-EDFB94CE7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271BD-A1F8-6A4F-36E7-67866C4F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57195-B549-2EE5-A019-D06A4E03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412A6-499C-1A86-B196-55E9965E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4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A285-7B70-8D98-6497-2B5EA631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F9C91-7DFB-AE31-8915-6BB8F01C8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40723-62AF-8F55-48AC-BE4703E6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08E44-0079-BAAE-19CA-B49F0FAA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7568D-9640-DA36-5F36-AE70D80D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78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6CDC9-276F-87D4-41B4-36BDD2BB6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96287-56B0-13AB-CFEC-0AF7B4D2E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10EA-2F72-4448-6228-85BB86E6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DB71F-9426-E91B-69F7-6E39F24AE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67C81-4AA8-B287-676F-56C2F224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068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4621E8-1292-6591-D2D6-587175D0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65BE5-1FD9-F588-D9CB-9C80B883C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3DBDA-212A-B6E5-71A7-FE0C4E518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2F14C-22A0-4870-8B5C-40125B12A1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72E2B-5B09-A8ED-7E2A-B285DD251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8DD8F-FB33-1AA3-CFE6-16A8A2BDD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1F1DA-6E89-4688-81E3-5EE952C7A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3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E90E-D308-66D1-A98D-1DA400B69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From Photos to BIM-Ready Geometry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A7293-DCCE-FACC-F27C-ED5109E6B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818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What typically takes hours to model manually can now be done in few minutes using only a phone camera</a:t>
            </a:r>
          </a:p>
          <a:p>
            <a:endParaRPr lang="en-IN" dirty="0"/>
          </a:p>
          <a:p>
            <a:r>
              <a:rPr lang="en-IN" dirty="0"/>
              <a:t>By: Vedant Chavan</a:t>
            </a:r>
          </a:p>
        </p:txBody>
      </p:sp>
    </p:spTree>
    <p:extLst>
      <p:ext uri="{BB962C8B-B14F-4D97-AF65-F5344CB8AC3E}">
        <p14:creationId xmlns:p14="http://schemas.microsoft.com/office/powerpoint/2010/main" val="93053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DD27-585B-3D88-5141-19849CA2516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From Photos to Building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3049-FCD0-5452-0DAF-19892FA01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INPUT</a:t>
            </a:r>
          </a:p>
          <a:p>
            <a:r>
              <a:rPr lang="en-IN" dirty="0"/>
              <a:t>Smartphone photos of a room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/>
              <a:t>OUTPUT </a:t>
            </a:r>
            <a:r>
              <a:rPr lang="en-IN" dirty="0"/>
              <a:t> </a:t>
            </a:r>
          </a:p>
          <a:p>
            <a:r>
              <a:rPr lang="en-IN" dirty="0"/>
              <a:t>3D structural model</a:t>
            </a:r>
          </a:p>
          <a:p>
            <a:r>
              <a:rPr lang="en-IN" dirty="0"/>
              <a:t>Walls, floors, ceilings extracted</a:t>
            </a:r>
          </a:p>
          <a:p>
            <a:r>
              <a:rPr lang="en-IN" dirty="0"/>
              <a:t>Ready for BIM</a:t>
            </a:r>
          </a:p>
          <a:p>
            <a:endParaRPr lang="en-IN" b="1" u="sng" dirty="0"/>
          </a:p>
          <a:p>
            <a:pPr marL="0" indent="0">
              <a:buNone/>
            </a:pPr>
            <a:r>
              <a:rPr lang="en-IN" b="1" u="sng" dirty="0"/>
              <a:t>THE CHALLENGE</a:t>
            </a:r>
          </a:p>
          <a:p>
            <a:r>
              <a:rPr lang="en-IN" dirty="0"/>
              <a:t>Traditional methods: Slow, expensive, require expertise</a:t>
            </a:r>
          </a:p>
          <a:p>
            <a:r>
              <a:rPr lang="en-IN" dirty="0"/>
              <a:t>My approach: Fast, automated, camera-based</a:t>
            </a:r>
          </a:p>
        </p:txBody>
      </p:sp>
    </p:spTree>
    <p:extLst>
      <p:ext uri="{BB962C8B-B14F-4D97-AF65-F5344CB8AC3E}">
        <p14:creationId xmlns:p14="http://schemas.microsoft.com/office/powerpoint/2010/main" val="324098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77D63C-2C70-2B4E-D9F1-501617C4F44E}"/>
              </a:ext>
            </a:extLst>
          </p:cNvPr>
          <p:cNvSpPr/>
          <p:nvPr/>
        </p:nvSpPr>
        <p:spPr>
          <a:xfrm>
            <a:off x="830825" y="1936954"/>
            <a:ext cx="1651819" cy="8554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Images</a:t>
            </a: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2C249A-500C-42D5-A3F2-D54BE5A7CA77}"/>
              </a:ext>
            </a:extLst>
          </p:cNvPr>
          <p:cNvSpPr/>
          <p:nvPr/>
        </p:nvSpPr>
        <p:spPr>
          <a:xfrm>
            <a:off x="3210232" y="1946786"/>
            <a:ext cx="2099187" cy="8554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Remove Objects</a:t>
            </a: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(SAM + YOLO)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4D1E16-FD4B-EB8B-2894-C0A0BE1C93FC}"/>
              </a:ext>
            </a:extLst>
          </p:cNvPr>
          <p:cNvSpPr/>
          <p:nvPr/>
        </p:nvSpPr>
        <p:spPr>
          <a:xfrm>
            <a:off x="6032089" y="1936954"/>
            <a:ext cx="2099187" cy="8554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Point Cloud (Modified VGGT)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9F6F0B-1097-5EE4-6499-DA94FA3EE9E2}"/>
              </a:ext>
            </a:extLst>
          </p:cNvPr>
          <p:cNvSpPr/>
          <p:nvPr/>
        </p:nvSpPr>
        <p:spPr>
          <a:xfrm>
            <a:off x="8868696" y="1936954"/>
            <a:ext cx="2099187" cy="8554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Planes </a:t>
            </a:r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(RANSAC)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A3BA27F-C970-B33C-3811-7310D1C9B53B}"/>
              </a:ext>
            </a:extLst>
          </p:cNvPr>
          <p:cNvSpPr/>
          <p:nvPr/>
        </p:nvSpPr>
        <p:spPr>
          <a:xfrm>
            <a:off x="2556390" y="2251587"/>
            <a:ext cx="589936" cy="2851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63A5715-2A34-2748-7A93-AB23E3007BD8}"/>
              </a:ext>
            </a:extLst>
          </p:cNvPr>
          <p:cNvSpPr/>
          <p:nvPr/>
        </p:nvSpPr>
        <p:spPr>
          <a:xfrm>
            <a:off x="5397916" y="2251587"/>
            <a:ext cx="589936" cy="2851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9D82F05-B6A2-3D76-6F46-7C91376275D9}"/>
              </a:ext>
            </a:extLst>
          </p:cNvPr>
          <p:cNvSpPr/>
          <p:nvPr/>
        </p:nvSpPr>
        <p:spPr>
          <a:xfrm>
            <a:off x="8195196" y="2246672"/>
            <a:ext cx="589936" cy="2851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72E9BD-CE6A-1505-134D-F26AC331C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339409"/>
              </p:ext>
            </p:extLst>
          </p:nvPr>
        </p:nvGraphicFramePr>
        <p:xfrm>
          <a:off x="838200" y="4288276"/>
          <a:ext cx="10515600" cy="2331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588844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644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63730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Step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Technology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12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Capture Data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Generation of point cloud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872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YOLOv8 + SAM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Remove furniture, people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461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VGGT (Meta)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3D reconstruction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312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RANSAC + Convex Hull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Extract wall/floor planes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958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Open3D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Visualization &amp; validation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5968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9D2CD1A-5EF6-08D7-C63D-7AC599BD71C0}"/>
              </a:ext>
            </a:extLst>
          </p:cNvPr>
          <p:cNvSpPr txBox="1"/>
          <p:nvPr/>
        </p:nvSpPr>
        <p:spPr>
          <a:xfrm>
            <a:off x="838200" y="729377"/>
            <a:ext cx="4308359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4000" dirty="0"/>
              <a:t>Automated Pipeline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DAFAA3-2920-1836-D2D8-A25C402AFC02}"/>
              </a:ext>
            </a:extLst>
          </p:cNvPr>
          <p:cNvSpPr txBox="1"/>
          <p:nvPr/>
        </p:nvSpPr>
        <p:spPr>
          <a:xfrm>
            <a:off x="3146326" y="2976800"/>
            <a:ext cx="627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SAM : </a:t>
            </a:r>
            <a:r>
              <a:rPr lang="en-IN" dirty="0"/>
              <a:t>Segmentation model to extract precise masks for removal.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25F5A-75D5-64AF-3DF4-1A72DBB6F25B}"/>
              </a:ext>
            </a:extLst>
          </p:cNvPr>
          <p:cNvSpPr txBox="1"/>
          <p:nvPr/>
        </p:nvSpPr>
        <p:spPr>
          <a:xfrm>
            <a:off x="3146326" y="3344971"/>
            <a:ext cx="812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VGGT : </a:t>
            </a:r>
            <a:r>
              <a:rPr lang="en-IN" dirty="0"/>
              <a:t> A transformer-based multi-view stereo model generating dense point clouds.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6AF497-866F-F034-FEB7-B2CE130C1C24}"/>
              </a:ext>
            </a:extLst>
          </p:cNvPr>
          <p:cNvSpPr txBox="1"/>
          <p:nvPr/>
        </p:nvSpPr>
        <p:spPr>
          <a:xfrm>
            <a:off x="3146326" y="3744336"/>
            <a:ext cx="812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RANSAC :</a:t>
            </a:r>
            <a:r>
              <a:rPr lang="en-IN" dirty="0"/>
              <a:t> Robust algorithm to fit planes even with noisy real-world point clouds.</a:t>
            </a:r>
          </a:p>
        </p:txBody>
      </p:sp>
    </p:spTree>
    <p:extLst>
      <p:ext uri="{BB962C8B-B14F-4D97-AF65-F5344CB8AC3E}">
        <p14:creationId xmlns:p14="http://schemas.microsoft.com/office/powerpoint/2010/main" val="1093553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rrow: Bent 19">
            <a:extLst>
              <a:ext uri="{FF2B5EF4-FFF2-40B4-BE49-F238E27FC236}">
                <a16:creationId xmlns:a16="http://schemas.microsoft.com/office/drawing/2014/main" id="{93832EA6-DA5F-871D-D9C4-7124D3D782A4}"/>
              </a:ext>
            </a:extLst>
          </p:cNvPr>
          <p:cNvSpPr/>
          <p:nvPr/>
        </p:nvSpPr>
        <p:spPr>
          <a:xfrm rot="10800000" flipH="1">
            <a:off x="1472996" y="2812024"/>
            <a:ext cx="746024" cy="980769"/>
          </a:xfrm>
          <a:prstGeom prst="bentArrow">
            <a:avLst>
              <a:gd name="adj1" fmla="val 25000"/>
              <a:gd name="adj2" fmla="val 18333"/>
              <a:gd name="adj3" fmla="val 25000"/>
              <a:gd name="adj4" fmla="val 1344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37160F-E538-D678-1EBD-211C36316EB3}"/>
              </a:ext>
            </a:extLst>
          </p:cNvPr>
          <p:cNvSpPr/>
          <p:nvPr/>
        </p:nvSpPr>
        <p:spPr>
          <a:xfrm>
            <a:off x="1449646" y="341671"/>
            <a:ext cx="9547123" cy="282677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21F11-5088-400F-4176-78BFF4393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008" y="609600"/>
            <a:ext cx="1718187" cy="2290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B35F0-BF03-7832-AF4D-0846C4924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680" y="609600"/>
            <a:ext cx="1718187" cy="2290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22312A-28C3-4483-D922-13DB3F6B1E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352" y="609600"/>
            <a:ext cx="1718187" cy="2290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067B43-6A76-9423-1627-072922D1A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779" y="3548214"/>
            <a:ext cx="1726484" cy="2301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EDE1EA-AEF8-4D22-D263-0FE6F541D5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396" y="3548214"/>
            <a:ext cx="1726485" cy="23019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AC6789-934F-9F8A-AE1C-E819CF7C73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00"/>
          <a:stretch>
            <a:fillRect/>
          </a:stretch>
        </p:blipFill>
        <p:spPr>
          <a:xfrm>
            <a:off x="7374198" y="3548214"/>
            <a:ext cx="1859524" cy="2346352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74FC85-2EF4-FC31-25DF-AA61F15457E9}"/>
              </a:ext>
            </a:extLst>
          </p:cNvPr>
          <p:cNvSpPr/>
          <p:nvPr/>
        </p:nvSpPr>
        <p:spPr>
          <a:xfrm>
            <a:off x="8873614" y="1371600"/>
            <a:ext cx="1351936" cy="76691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4F9905C-3E92-C376-D226-B97C7A2CA648}"/>
              </a:ext>
            </a:extLst>
          </p:cNvPr>
          <p:cNvSpPr/>
          <p:nvPr/>
        </p:nvSpPr>
        <p:spPr>
          <a:xfrm>
            <a:off x="4179022" y="4551411"/>
            <a:ext cx="578565" cy="29558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3EC1072-A7B0-D1AB-D984-B70464B3AC1D}"/>
              </a:ext>
            </a:extLst>
          </p:cNvPr>
          <p:cNvSpPr/>
          <p:nvPr/>
        </p:nvSpPr>
        <p:spPr>
          <a:xfrm>
            <a:off x="6636776" y="4551103"/>
            <a:ext cx="578565" cy="29558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C12CD-A311-7745-8167-A0BC7ED21EEE}"/>
              </a:ext>
            </a:extLst>
          </p:cNvPr>
          <p:cNvSpPr/>
          <p:nvPr/>
        </p:nvSpPr>
        <p:spPr>
          <a:xfrm>
            <a:off x="7837539" y="4168877"/>
            <a:ext cx="657534" cy="100289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6D37BBE-DB97-FE00-2A99-38C86025D600}"/>
              </a:ext>
            </a:extLst>
          </p:cNvPr>
          <p:cNvSpPr/>
          <p:nvPr/>
        </p:nvSpPr>
        <p:spPr>
          <a:xfrm>
            <a:off x="10008013" y="3792793"/>
            <a:ext cx="1682542" cy="194641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Structural region isolation (e.g., door removed)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E3C854-275B-3221-0336-A37043BE8006}"/>
              </a:ext>
            </a:extLst>
          </p:cNvPr>
          <p:cNvCxnSpPr/>
          <p:nvPr/>
        </p:nvCxnSpPr>
        <p:spPr>
          <a:xfrm>
            <a:off x="8477252" y="4527684"/>
            <a:ext cx="1512940" cy="224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A34322-07CC-A44B-1584-39DCC3DEBDB0}"/>
              </a:ext>
            </a:extLst>
          </p:cNvPr>
          <p:cNvSpPr txBox="1"/>
          <p:nvPr/>
        </p:nvSpPr>
        <p:spPr>
          <a:xfrm>
            <a:off x="2889513" y="6063734"/>
            <a:ext cx="61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6C5DF-1E21-844C-1A22-5CC10FE3F640}"/>
              </a:ext>
            </a:extLst>
          </p:cNvPr>
          <p:cNvSpPr txBox="1"/>
          <p:nvPr/>
        </p:nvSpPr>
        <p:spPr>
          <a:xfrm>
            <a:off x="5388130" y="6045297"/>
            <a:ext cx="6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YOLO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C0AB0C-7948-F85D-E64F-B00CC32A9590}"/>
              </a:ext>
            </a:extLst>
          </p:cNvPr>
          <p:cNvSpPr txBox="1"/>
          <p:nvPr/>
        </p:nvSpPr>
        <p:spPr>
          <a:xfrm>
            <a:off x="7054792" y="6045297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 Cloud (Only for required Objects)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BDA317-D0F3-8BE3-8D3A-666F67E29B52}"/>
              </a:ext>
            </a:extLst>
          </p:cNvPr>
          <p:cNvSpPr txBox="1"/>
          <p:nvPr/>
        </p:nvSpPr>
        <p:spPr>
          <a:xfrm rot="16200000">
            <a:off x="-1658293" y="2401542"/>
            <a:ext cx="4517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Process Flow</a:t>
            </a:r>
          </a:p>
        </p:txBody>
      </p:sp>
    </p:spTree>
    <p:extLst>
      <p:ext uri="{BB962C8B-B14F-4D97-AF65-F5344CB8AC3E}">
        <p14:creationId xmlns:p14="http://schemas.microsoft.com/office/powerpoint/2010/main" val="390236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7E1C98-2935-4042-EEE1-BDFBCC886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23" y="2512964"/>
            <a:ext cx="4301138" cy="2886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B87DF-A3F3-4F30-1980-B24706181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635" y="594013"/>
            <a:ext cx="3117105" cy="2919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730698-7661-71BD-32D6-4051A3213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4682"/>
          <a:stretch>
            <a:fillRect/>
          </a:stretch>
        </p:blipFill>
        <p:spPr>
          <a:xfrm>
            <a:off x="7105635" y="3651484"/>
            <a:ext cx="3117105" cy="29198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E2410F-926C-633D-6668-40B184E5FFB1}"/>
              </a:ext>
            </a:extLst>
          </p:cNvPr>
          <p:cNvSpPr/>
          <p:nvPr/>
        </p:nvSpPr>
        <p:spPr>
          <a:xfrm>
            <a:off x="894735" y="594014"/>
            <a:ext cx="5279923" cy="74273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Generated Point cloud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06693-AD84-EC60-3089-21BC215A68F4}"/>
              </a:ext>
            </a:extLst>
          </p:cNvPr>
          <p:cNvSpPr txBox="1"/>
          <p:nvPr/>
        </p:nvSpPr>
        <p:spPr>
          <a:xfrm>
            <a:off x="776748" y="5596884"/>
            <a:ext cx="6253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Generated Point Cloud with 3 photos only (from previous page), </a:t>
            </a:r>
          </a:p>
          <a:p>
            <a:r>
              <a:rPr lang="en-IN" dirty="0"/>
              <a:t>without automatic cropping of objects (door)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C5237-D36C-9240-74F7-5F7C39A6A746}"/>
              </a:ext>
            </a:extLst>
          </p:cNvPr>
          <p:cNvSpPr txBox="1"/>
          <p:nvPr/>
        </p:nvSpPr>
        <p:spPr>
          <a:xfrm>
            <a:off x="894735" y="1684591"/>
            <a:ext cx="6001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Using the image set, VGGT generates a dense and metrically accurate point cloud</a:t>
            </a:r>
          </a:p>
        </p:txBody>
      </p:sp>
    </p:spTree>
    <p:extLst>
      <p:ext uri="{BB962C8B-B14F-4D97-AF65-F5344CB8AC3E}">
        <p14:creationId xmlns:p14="http://schemas.microsoft.com/office/powerpoint/2010/main" val="84601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539438E-66FB-DFB6-61A5-DA637D9E16D3}"/>
              </a:ext>
            </a:extLst>
          </p:cNvPr>
          <p:cNvSpPr/>
          <p:nvPr/>
        </p:nvSpPr>
        <p:spPr>
          <a:xfrm>
            <a:off x="1386347" y="3992449"/>
            <a:ext cx="9065163" cy="262465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EE2A7-A4DF-41C0-1ABA-030487042A7E}"/>
              </a:ext>
            </a:extLst>
          </p:cNvPr>
          <p:cNvSpPr txBox="1"/>
          <p:nvPr/>
        </p:nvSpPr>
        <p:spPr>
          <a:xfrm>
            <a:off x="898781" y="418191"/>
            <a:ext cx="1039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 + YOLO + Modified VGGT (Modified to ignore masked-out objects during reconstruction)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527546-1718-4E96-B675-FCB92F78E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389" y="1142384"/>
            <a:ext cx="2678201" cy="21403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6180E3-BFB3-38C3-711F-B9F610D8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12" b="14815"/>
          <a:stretch>
            <a:fillRect/>
          </a:stretch>
        </p:blipFill>
        <p:spPr>
          <a:xfrm>
            <a:off x="1462325" y="4097676"/>
            <a:ext cx="3647770" cy="23697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177B93-F002-11B9-5CB4-0F1FA4D72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325" y="1146379"/>
            <a:ext cx="3061417" cy="2136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201420-02D9-A771-D8E4-C19633837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237" y="1142384"/>
            <a:ext cx="2286274" cy="21403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C8498F0-419D-49AB-F038-1DAB1E02DABF}"/>
              </a:ext>
            </a:extLst>
          </p:cNvPr>
          <p:cNvSpPr txBox="1"/>
          <p:nvPr/>
        </p:nvSpPr>
        <p:spPr>
          <a:xfrm>
            <a:off x="3236732" y="3452922"/>
            <a:ext cx="4536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Generated point clouds with wall, floor, ceiling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D54472-0640-A3CB-E488-9A5AC2FE401A}"/>
              </a:ext>
            </a:extLst>
          </p:cNvPr>
          <p:cNvSpPr txBox="1"/>
          <p:nvPr/>
        </p:nvSpPr>
        <p:spPr>
          <a:xfrm>
            <a:off x="5624052" y="4935791"/>
            <a:ext cx="237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Segmented Point Cloud</a:t>
            </a:r>
          </a:p>
        </p:txBody>
      </p:sp>
    </p:spTree>
    <p:extLst>
      <p:ext uri="{BB962C8B-B14F-4D97-AF65-F5344CB8AC3E}">
        <p14:creationId xmlns:p14="http://schemas.microsoft.com/office/powerpoint/2010/main" val="183120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015CCA-F741-624F-9277-44421FAEF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747" y="1818737"/>
            <a:ext cx="3712782" cy="3220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0C72E9-A070-99E2-F7D5-D70D9DF8D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7"/>
          <a:stretch>
            <a:fillRect/>
          </a:stretch>
        </p:blipFill>
        <p:spPr>
          <a:xfrm>
            <a:off x="6353546" y="1556500"/>
            <a:ext cx="3712783" cy="312464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D6B5EF-EE00-B0F0-8CEC-297130074A1E}"/>
              </a:ext>
            </a:extLst>
          </p:cNvPr>
          <p:cNvSpPr/>
          <p:nvPr/>
        </p:nvSpPr>
        <p:spPr>
          <a:xfrm>
            <a:off x="747251" y="759082"/>
            <a:ext cx="3234813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Generated Planes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E2077-6F24-BC5C-F580-7B015A8477FF}"/>
              </a:ext>
            </a:extLst>
          </p:cNvPr>
          <p:cNvSpPr txBox="1"/>
          <p:nvPr/>
        </p:nvSpPr>
        <p:spPr>
          <a:xfrm>
            <a:off x="3067665" y="5184518"/>
            <a:ext cx="42391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Normal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Centre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Boundary vertices (for CAD/BIM import)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153DC-72F7-5349-BE28-8641ECCE0CCF}"/>
              </a:ext>
            </a:extLst>
          </p:cNvPr>
          <p:cNvSpPr txBox="1"/>
          <p:nvPr/>
        </p:nvSpPr>
        <p:spPr>
          <a:xfrm>
            <a:off x="4424517" y="934065"/>
            <a:ext cx="729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These planes represent the structural surfaces: walls, floors, ceilings - that form the basis of a BIM model</a:t>
            </a:r>
          </a:p>
        </p:txBody>
      </p:sp>
    </p:spTree>
    <p:extLst>
      <p:ext uri="{BB962C8B-B14F-4D97-AF65-F5344CB8AC3E}">
        <p14:creationId xmlns:p14="http://schemas.microsoft.com/office/powerpoint/2010/main" val="924845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6E2BB7-E590-3F99-9C8D-73EBD1BC4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442" y="134437"/>
            <a:ext cx="3933984" cy="2967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3A99F3-7B0C-638A-095B-713F1DA55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"/>
          <a:stretch>
            <a:fillRect/>
          </a:stretch>
        </p:blipFill>
        <p:spPr>
          <a:xfrm>
            <a:off x="8626261" y="3508637"/>
            <a:ext cx="2592346" cy="2577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BD12B2-B263-1711-335B-D7B8BE8E3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49" y="896561"/>
            <a:ext cx="2762946" cy="2072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9C7C-9D5B-FE16-1EFA-F10BF4554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3395" y="3359025"/>
            <a:ext cx="3429066" cy="27231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0D2999-D488-802E-0F99-22F53DC5E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3395" y="548254"/>
            <a:ext cx="3429066" cy="2420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6C79F7-B178-D7CC-CD49-98C60F609676}"/>
              </a:ext>
            </a:extLst>
          </p:cNvPr>
          <p:cNvSpPr txBox="1"/>
          <p:nvPr/>
        </p:nvSpPr>
        <p:spPr>
          <a:xfrm>
            <a:off x="699457" y="5301169"/>
            <a:ext cx="2965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Photos of Shed in </a:t>
            </a:r>
            <a:br>
              <a:rPr lang="en-IN" dirty="0"/>
            </a:br>
            <a:r>
              <a:rPr lang="en-IN" dirty="0"/>
              <a:t>Christmas market (Lippstadt)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AA1E5-6259-C000-76A4-CEAED706B355}"/>
              </a:ext>
            </a:extLst>
          </p:cNvPr>
          <p:cNvSpPr txBox="1"/>
          <p:nvPr/>
        </p:nvSpPr>
        <p:spPr>
          <a:xfrm>
            <a:off x="4972634" y="6287748"/>
            <a:ext cx="19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3D Reconstruction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1A350-1F83-D271-93ED-574A83135DDA}"/>
              </a:ext>
            </a:extLst>
          </p:cNvPr>
          <p:cNvSpPr txBox="1"/>
          <p:nvPr/>
        </p:nvSpPr>
        <p:spPr>
          <a:xfrm>
            <a:off x="8821356" y="3101785"/>
            <a:ext cx="2623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 Cloud Segmentation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C5499-8A01-3323-9F6F-4C5E0F2B9A33}"/>
              </a:ext>
            </a:extLst>
          </p:cNvPr>
          <p:cNvSpPr txBox="1"/>
          <p:nvPr/>
        </p:nvSpPr>
        <p:spPr>
          <a:xfrm>
            <a:off x="9281353" y="6123689"/>
            <a:ext cx="170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Plane Extraction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C8BFE-2691-F88A-10CF-50BD672D67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49" y="3101785"/>
            <a:ext cx="2762946" cy="207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537A-EC0D-932F-9598-69176DDA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Achievements &amp;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C109-FBED-7453-BCCA-B4D2D7233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646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COMPLETED: </a:t>
            </a:r>
          </a:p>
          <a:p>
            <a:r>
              <a:rPr lang="en-IN" sz="2000" dirty="0"/>
              <a:t>Automated object removal (YOLO + SAM)</a:t>
            </a:r>
          </a:p>
          <a:p>
            <a:r>
              <a:rPr lang="en-IN" sz="2000" dirty="0"/>
              <a:t>3D point cloud reconstruction (VGGT)</a:t>
            </a:r>
          </a:p>
          <a:p>
            <a:r>
              <a:rPr lang="en-IN" sz="2000" dirty="0"/>
              <a:t>Structural plane extraction (RANSAC)</a:t>
            </a:r>
          </a:p>
          <a:p>
            <a:r>
              <a:rPr lang="en-IN" sz="2000" dirty="0"/>
              <a:t>Interactive validation workflow</a:t>
            </a:r>
            <a:endParaRPr lang="en-IN" dirty="0"/>
          </a:p>
          <a:p>
            <a:pPr marL="0" indent="0">
              <a:buNone/>
            </a:pP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IN PROGRESS:</a:t>
            </a:r>
          </a:p>
          <a:p>
            <a:r>
              <a:rPr lang="en-IN" sz="2000" dirty="0"/>
              <a:t>Improved segmentation for complex geometry</a:t>
            </a:r>
          </a:p>
          <a:p>
            <a:r>
              <a:rPr lang="en-IN" sz="2000" dirty="0"/>
              <a:t>Automatic point cloud denoising</a:t>
            </a:r>
          </a:p>
          <a:p>
            <a:r>
              <a:rPr lang="en-IN" sz="2000" dirty="0"/>
              <a:t>Generative AI for cleaning cluttered scenes</a:t>
            </a:r>
          </a:p>
          <a:p>
            <a:r>
              <a:rPr lang="en-IN" sz="2000" dirty="0"/>
              <a:t>Direct BIM export capabilities</a:t>
            </a:r>
          </a:p>
        </p:txBody>
      </p:sp>
    </p:spTree>
    <p:extLst>
      <p:ext uri="{BB962C8B-B14F-4D97-AF65-F5344CB8AC3E}">
        <p14:creationId xmlns:p14="http://schemas.microsoft.com/office/powerpoint/2010/main" val="3394893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361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From Photos to BIM-Ready Geometry</vt:lpstr>
      <vt:lpstr>From Photos to Building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Achievements &amp;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 Sanjay Chavan</dc:creator>
  <cp:lastModifiedBy>Vedant Sanjay Chavan</cp:lastModifiedBy>
  <cp:revision>5</cp:revision>
  <dcterms:created xsi:type="dcterms:W3CDTF">2025-11-30T15:53:16Z</dcterms:created>
  <dcterms:modified xsi:type="dcterms:W3CDTF">2025-12-01T08:29:21Z</dcterms:modified>
</cp:coreProperties>
</file>